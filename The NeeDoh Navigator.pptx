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82150" y="6496050"/>
            <a:ext cx="2028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Project Sprint 3 PPT Splash Screen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95487" y="2085975"/>
            <a:ext cx="82010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NeeDoh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Navigator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03847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inventory tracking and automated restock alerts for high-demand sensory toys.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38650" y="4200525"/>
            <a:ext cx="3314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Kaylee Leiva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38650" y="4486275"/>
            <a:ext cx="3314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Solo Project | Application Development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35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Scarcity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89560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Viral popularity on TikTok has turned "NeeDoh" stress balls into high-demand collectibles that sell out in minutes.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31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42925" y="36480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364807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 refreshing is inefficient and results in missed restock windows.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42925" y="44100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41007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Collectors and parents are forced to pay 300% markups to resellers.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0787"/>
            <a:ext cx="35495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490787"/>
            <a:ext cx="354969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90787"/>
            <a:ext cx="354955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Three Pillars of Automation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28717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000125" y="3443287"/>
            <a:ext cx="288692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Monitor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00125" y="3862387"/>
            <a:ext cx="2749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Periodically scrapes retail pages like Amazon and Target to check inventory availability status.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871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740175" y="3443287"/>
            <a:ext cx="2887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Analyze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40175" y="3862387"/>
            <a:ext cx="27495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Uses Python logic to parse HTML elements and identify the presence of "Add to Cart" buttons.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0375" y="28717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480375" y="3443287"/>
            <a:ext cx="288692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Notify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80375" y="3862387"/>
            <a:ext cx="2749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Sends instantaneous desktop alerts the moment a restock is detected by the scraper loop.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81025" y="581025"/>
            <a:ext cx="519064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Built with Python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3162300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Leveraging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BeautifulSoup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the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Requests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framework to build a robust, lightweight tracking engine.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3914775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operates in a headless background loop, minimizing resource usage while maximizing tracking frequency.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Performance Metrics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3081337"/>
            <a:ext cx="44118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373885" y="3300412"/>
            <a:ext cx="68181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Automated Tracking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373885" y="3719512"/>
            <a:ext cx="66179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Removes the need for human intervention. The software pings retail servers 24/7, ensuring that Kaylee can secure rare items at retail prices without manually refreshing a single browser tab.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